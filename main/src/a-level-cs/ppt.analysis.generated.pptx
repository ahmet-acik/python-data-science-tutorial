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Topic: Client-server and peer-to-peer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do computers talk to each other?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400"/>
            </a:pPr>
            <a:r>
              <a:t>Topic: Client-server and peer-to-peer networks</a:t>
            </a:r>
          </a:p>
          <a:p>
            <a:pPr>
              <a:defRPr sz="1400"/>
            </a:pPr>
            <a:r>
              <a:t>Let’s find out in 5 minutes!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do computers talk to each other?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400"/>
            </a:pPr>
            <a:r>
              <a:t>Ever had this happen?</a:t>
            </a:r>
          </a:p>
          <a:p>
            <a:pPr>
              <a:defRPr sz="1400"/>
            </a:pPr>
            <a:r>
              <a:t>You can’t log in at school.</a:t>
            </a:r>
          </a:p>
          <a:p>
            <a:pPr>
              <a:defRPr sz="1400"/>
            </a:pPr>
            <a:r>
              <a:t>AirDrop works, but WiFi doesn’t.</a:t>
            </a:r>
          </a:p>
          <a:p>
            <a:pPr>
              <a:defRPr sz="1400"/>
            </a:pPr>
            <a:r>
              <a:t>Why is that?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do computers talk to each other?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400"/>
            </a:pPr>
            <a:r>
              <a:t>Client-Server: School Login</a:t>
            </a:r>
          </a:p>
          <a:p>
            <a:pPr>
              <a:defRPr sz="1400"/>
            </a:pPr>
            <a:r>
              <a:t>One big computer (server) in charge.</a:t>
            </a:r>
          </a:p>
          <a:p>
            <a:pPr>
              <a:defRPr sz="1400"/>
            </a:pPr>
            <a:r>
              <a:t>You ask, it gives access.</a:t>
            </a:r>
          </a:p>
          <a:p>
            <a:pPr>
              <a:defRPr sz="1400"/>
            </a:pPr>
            <a:r>
              <a:t>Secure, but if it fails—no one gets in!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do computers talk to each other?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400"/>
            </a:pPr>
            <a:r>
              <a:t>Peer-to-Peer: Like AirDrop</a:t>
            </a:r>
          </a:p>
          <a:p>
            <a:pPr>
              <a:defRPr sz="1400"/>
            </a:pPr>
            <a:r>
              <a:t>No boss—everyone’s equal.</a:t>
            </a:r>
          </a:p>
          <a:p>
            <a:pPr>
              <a:defRPr sz="1400"/>
            </a:pPr>
            <a:r>
              <a:t>Share files directly.</a:t>
            </a:r>
          </a:p>
          <a:p>
            <a:pPr>
              <a:defRPr sz="1400"/>
            </a:pPr>
            <a:r>
              <a:t>Fast, but less secure.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do computers talk to each other?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400"/>
            </a:pPr>
            <a:r>
              <a:t>Which is which?</a:t>
            </a:r>
          </a:p>
          <a:p>
            <a:pPr>
              <a:defRPr sz="1400"/>
            </a:pPr>
            <a:r>
              <a:t>1. School login?</a:t>
            </a:r>
          </a:p>
          <a:p>
            <a:pPr>
              <a:defRPr sz="1400"/>
            </a:pPr>
            <a:r>
              <a:t>2. AirDrop?</a:t>
            </a:r>
          </a:p>
          <a:p>
            <a:pPr>
              <a:defRPr sz="1400"/>
            </a:pPr>
            <a:r>
              <a:t>3. Minecraft LAN?</a:t>
            </a:r>
          </a:p>
          <a:p>
            <a:pPr>
              <a:defRPr sz="1400"/>
            </a:pPr>
            <a:r>
              <a:t>Hold up 1 or 2 fingers!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do computers talk to each other?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400"/>
            </a:pPr>
            <a:r>
              <a:t>Similarities and Differences</a:t>
            </a:r>
          </a:p>
          <a:p>
            <a:pPr>
              <a:defRPr sz="1400"/>
            </a:pPr>
            <a:r>
              <a:t>Client-Server Model</a:t>
            </a:r>
          </a:p>
          <a:p>
            <a:pPr>
              <a:defRPr sz="1400"/>
            </a:pPr>
            <a:r>
              <a:t>Advantages: Centralized control, scalability, reliability</a:t>
            </a:r>
            <a:br/>
            <a:r>
              <a:t>Disadvantages: Single point of failure, higher cost, infrastructure needs</a:t>
            </a:r>
            <a:br/>
            <a:r>
              <a:t>Real-world examples: Google Drive, Spotify, Microsoft Teams</a:t>
            </a:r>
          </a:p>
          <a:p>
            <a:pPr>
              <a:defRPr sz="1400"/>
            </a:pPr>
            <a:r>
              <a:t>Peer-to-Peer (P2P) Model</a:t>
            </a:r>
          </a:p>
          <a:p>
            <a:pPr>
              <a:defRPr sz="1400"/>
            </a:pPr>
            <a:r>
              <a:t>Advantages: No central server, cost-effective, natural scaling</a:t>
            </a:r>
            <a:br/>
            <a:r>
              <a:t>Disadvantages: Less secure, harder to manage, performance issues at scale</a:t>
            </a:r>
            <a:br/>
            <a:r>
              <a:t>Real-world examples: BitTorrent, AirDrop, LAN gaming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do computers talk to each other?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400"/>
            </a:pPr>
            <a:r>
              <a:t>Why care?</a:t>
            </a:r>
          </a:p>
          <a:p>
            <a:pPr>
              <a:defRPr sz="1400"/>
            </a:pPr>
            <a:r>
              <a:t>Pick the right network for the job.</a:t>
            </a:r>
          </a:p>
          <a:p>
            <a:pPr>
              <a:defRPr sz="1400"/>
            </a:pPr>
            <a:r>
              <a:t>Stay safe online.</a:t>
            </a:r>
          </a:p>
          <a:p>
            <a:pPr>
              <a:defRPr sz="1400"/>
            </a:pPr>
            <a:r>
              <a:t>You’re the next IT expert!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Big picture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400"/>
            </a:pPr>
            <a:r>
              <a:t>Consider this: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If you save your work on a laptop, then want to work on it at school – how do you get to the file?</a:t>
            </a:r>
          </a:p>
          <a:p>
            <a:pPr>
              <a:defRPr sz="1400"/>
            </a:pPr>
            <a:r>
              <a:t>Should you save all of your work in one central location, or save your work on the device where you are working on it?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400"/>
            </a:pPr>
            <a:r>
              <a:t>Understand what is meant by a client-server network</a:t>
            </a:r>
          </a:p>
          <a:p>
            <a:pPr>
              <a:defRPr sz="1400"/>
            </a:pPr>
            <a:r>
              <a:t>Understand what is meant by a peer-to-peer network</a:t>
            </a:r>
          </a:p>
          <a:p>
            <a:pPr>
              <a:defRPr sz="1400"/>
            </a:pPr>
            <a:r>
              <a:t>Understand similarities and differences between these models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Engagement 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400"/>
            </a:pPr>
            <a:r>
              <a:t>In a restaurant, what is the role of the server?</a:t>
            </a:r>
            <a:br/>
          </a:p>
          <a:p>
            <a:pPr>
              <a:defRPr sz="1400"/>
            </a:pPr>
            <a:r>
              <a:t>What is the role of the customer/client?</a:t>
            </a:r>
            <a:br/>
          </a:p>
          <a:p>
            <a:pPr>
              <a:defRPr sz="1400"/>
            </a:pPr>
            <a:r>
              <a:t>How would a restaurant be different if everyone could fulfil every role – including the customers?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Keywords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400"/>
            </a:pPr>
            <a:r>
              <a:t>Client</a:t>
            </a:r>
          </a:p>
          <a:p>
            <a:pPr>
              <a:defRPr sz="1400"/>
            </a:pPr>
            <a:r>
              <a:t>Server</a:t>
            </a:r>
          </a:p>
          <a:p>
            <a:pPr>
              <a:defRPr sz="1400"/>
            </a:pPr>
            <a:r>
              <a:t>Peer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400"/>
            </a:pPr>
            <a:r>
              <a:t>How would you define the following words?</a:t>
            </a:r>
          </a:p>
          <a:p>
            <a:pPr>
              <a:defRPr sz="1400"/>
            </a:pPr>
            <a:r>
              <a:t>Client</a:t>
            </a:r>
          </a:p>
          <a:p>
            <a:pPr>
              <a:defRPr sz="1400"/>
            </a:pPr>
            <a:r>
              <a:t>A device capable of obtaining information from a server</a:t>
            </a:r>
          </a:p>
          <a:p>
            <a:pPr>
              <a:defRPr sz="1400"/>
            </a:pPr>
            <a:r>
              <a:t>Server</a:t>
            </a:r>
          </a:p>
          <a:p>
            <a:pPr>
              <a:defRPr sz="1400"/>
            </a:pPr>
            <a:r>
              <a:t>A computer which manages access to a centralised resource</a:t>
            </a:r>
          </a:p>
          <a:p>
            <a:pPr>
              <a:defRPr sz="1400"/>
            </a:pPr>
            <a:r>
              <a:t>Peer</a:t>
            </a:r>
          </a:p>
          <a:p>
            <a:pPr>
              <a:defRPr sz="1400"/>
            </a:pPr>
            <a:r>
              <a:t>Someone / something of the same status or ability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400"/>
            </a:pPr>
            <a:r>
              <a:t>How would you define the following words?</a:t>
            </a:r>
          </a:p>
          <a:p>
            <a:pPr>
              <a:defRPr sz="1400"/>
            </a:pPr>
            <a:r>
              <a:t> Client</a:t>
            </a:r>
          </a:p>
          <a:p>
            <a:pPr>
              <a:defRPr sz="1400"/>
            </a:pPr>
            <a:r>
              <a:t>A device capable of obtaining information from a server.</a:t>
            </a:r>
          </a:p>
          <a:p>
            <a:pPr>
              <a:defRPr sz="1400"/>
            </a:pPr>
            <a:r>
              <a:t> Server</a:t>
            </a:r>
          </a:p>
          <a:p>
            <a:pPr>
              <a:defRPr sz="1400"/>
            </a:pPr>
            <a:r>
              <a:t>A computer which manages access to a centralised resource.</a:t>
            </a:r>
          </a:p>
          <a:p>
            <a:pPr>
              <a:defRPr sz="1400"/>
            </a:pPr>
            <a:r>
              <a:t> Peer</a:t>
            </a:r>
          </a:p>
          <a:p>
            <a:pPr>
              <a:defRPr sz="1400"/>
            </a:pPr>
            <a:r>
              <a:t>Someone/something of the same status or ability.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Network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400"/>
            </a:pPr>
            <a:r>
              <a:t>There are two ways of setting up a network to share data and services: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1. Client-server</a:t>
            </a:r>
          </a:p>
          <a:p>
            <a:pPr>
              <a:defRPr sz="1400"/>
            </a:pPr>
            <a:r>
              <a:t>2. Peer-to-peer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Client-server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400"/>
            </a:pPr>
            <a:r>
              <a:t>Client-server</a:t>
            </a:r>
          </a:p>
          <a:p>
            <a:pPr>
              <a:defRPr sz="1400"/>
            </a:pPr>
            <a:r>
              <a:t>The network relies on a central server.</a:t>
            </a:r>
          </a:p>
          <a:p>
            <a:pPr>
              <a:defRPr sz="1400"/>
            </a:pPr>
            <a:r>
              <a:t>All clients (devices) request services from the server (e.g. print services/file services).</a:t>
            </a:r>
          </a:p>
          <a:p>
            <a:pPr>
              <a:defRPr sz="1400"/>
            </a:pPr>
            <a:r>
              <a:t>Additional hardware would be needed e.g. high end powerful servers.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Peer-to-peer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400"/>
            </a:pPr>
            <a:r>
              <a:t>Peer-to-peer</a:t>
            </a:r>
          </a:p>
          <a:p>
            <a:pPr>
              <a:defRPr sz="1400"/>
            </a:pPr>
            <a:r>
              <a:t>All computers have equal status.</a:t>
            </a:r>
          </a:p>
          <a:p>
            <a:pPr>
              <a:defRPr sz="1400"/>
            </a:pPr>
            <a:r>
              <a:t>Each device can act as a client and a server.</a:t>
            </a:r>
          </a:p>
          <a:p>
            <a:pPr>
              <a:defRPr sz="1400"/>
            </a:pPr>
            <a:r>
              <a:t>All devices can request and provide network services.</a:t>
            </a:r>
          </a:p>
          <a:p>
            <a:pPr>
              <a:defRPr sz="1400"/>
            </a:pPr>
            <a:r>
              <a:t>No additional hardware/software needed to set up this type of network.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400"/>
            </a:pPr>
            <a:r>
              <a:t>Describe which model you think your school uses. </a:t>
            </a:r>
            <a:br/>
          </a:p>
          <a:p>
            <a:pPr>
              <a:defRPr sz="1400"/>
            </a:pPr>
            <a:r>
              <a:t>Identify which devices are clients, servers or peers depending on your answer.</a:t>
            </a:r>
            <a:br/>
          </a:p>
          <a:p>
            <a:pPr>
              <a:defRPr sz="1400"/>
            </a:pPr>
            <a:r>
              <a:t>Why do you think the school has chosen this model?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 – File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400"/>
            </a:pPr>
            <a:r>
              <a:t>All files can be stored centrally on a client-server network:</a:t>
            </a:r>
          </a:p>
          <a:p>
            <a:pPr>
              <a:defRPr sz="1400"/>
            </a:pPr>
            <a:r>
              <a:t>workers can access files from any computer</a:t>
            </a:r>
          </a:p>
          <a:p>
            <a:pPr>
              <a:defRPr sz="1400"/>
            </a:pPr>
            <a:r>
              <a:t>all computers can update central databases.</a:t>
            </a:r>
          </a:p>
          <a:p>
            <a:pPr>
              <a:defRPr sz="1400"/>
            </a:pPr>
            <a:r>
              <a:t>On peer-to –peer network all files are stored on their own computers:</a:t>
            </a:r>
          </a:p>
          <a:p>
            <a:pPr>
              <a:defRPr sz="1400"/>
            </a:pPr>
            <a:r>
              <a:t>users have to log-in to the same computer every time.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 – Backups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400"/>
            </a:pPr>
            <a:r>
              <a:t>Backups are easily managed on a client-server as these can be done centrally from the File Server:</a:t>
            </a:r>
          </a:p>
          <a:p>
            <a:pPr>
              <a:defRPr sz="1400"/>
            </a:pPr>
            <a:r>
              <a:t>all data is backed up in one go</a:t>
            </a:r>
          </a:p>
          <a:p>
            <a:pPr>
              <a:defRPr sz="1400"/>
            </a:pPr>
            <a:r>
              <a:t>individual computers do not need to be backed up.</a:t>
            </a:r>
          </a:p>
          <a:p>
            <a:pPr>
              <a:defRPr sz="1400"/>
            </a:pPr>
            <a:r>
              <a:t>With peer-to-peer all computers are responsible for backing up their own files.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 –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400"/>
            </a:pPr>
            <a:r>
              <a:t>Centralised security on client-server – antivirus and firewall can be installed and configured from a central location.</a:t>
            </a:r>
          </a:p>
          <a:p>
            <a:pPr>
              <a:defRPr sz="1400"/>
            </a:pPr>
            <a:r>
              <a:t>Peer-to-peer – individual security may need to be installed on individual machines.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 – Traffic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400"/>
            </a:pPr>
            <a:r>
              <a:t>Peer-to-peer is appropriate for a small number of computers and a low traffic environment.</a:t>
            </a:r>
          </a:p>
          <a:p>
            <a:pPr>
              <a:defRPr sz="1400"/>
            </a:pPr>
            <a:r>
              <a:t>Client-server is useful for if there are lots of computers and it will be a high traffic environment.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400"/>
            </a:pPr>
            <a:r>
              <a:t>Complete the worksheet by ticking the correct box(es) to show whether the statements apply to a client-server, a peer-to-peer or to both networks.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Plenary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400"/>
            </a:pPr>
            <a:r>
              <a:t>Write three things you have learnt from today’s lesson and one you don’t understand on a sticky note and post it on the board as you leave the class.</a:t>
            </a:r>
          </a:p>
          <a:p>
            <a:pPr>
              <a:defRPr sz="1400"/>
            </a:pPr>
            <a:r>
              <a:t>Add your name if you want specific help with a task.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 this lesson, you…</a:t>
            </a:r>
          </a:p>
          <a:p>
            <a:r>
              <a:t>Identified the role of a computer in a client–server network</a:t>
            </a:r>
          </a:p>
          <a:p>
            <a:r>
              <a:t>Described the role of a computer in a peer-to-peer network</a:t>
            </a:r>
          </a:p>
          <a:p>
            <a:r>
              <a:t>Compared the advantages and disadvantages of each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400"/>
            </a:pPr>
            <a:r>
              <a:t>Next lesson</a:t>
            </a:r>
          </a:p>
          <a:p>
            <a:pPr>
              <a:defRPr sz="1400"/>
            </a:pPr>
            <a:r>
              <a:t>Next lesson, you will…</a:t>
            </a:r>
          </a:p>
          <a:p>
            <a:pPr>
              <a:defRPr sz="1400"/>
            </a:pPr>
            <a:r>
              <a:t>Explain different network topologies</a:t>
            </a:r>
          </a:p>
          <a:p>
            <a:pPr>
              <a:defRPr sz="1400"/>
            </a:pPr>
            <a:r>
              <a:t>Illustrate how data travels through each topology</a:t>
            </a:r>
          </a:p>
          <a:p>
            <a:pPr>
              <a:defRPr sz="1400"/>
            </a:pPr>
            <a:r>
              <a:t>Evaluate which topology might suit different scenarios best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