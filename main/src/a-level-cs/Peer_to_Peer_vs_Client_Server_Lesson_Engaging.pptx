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How do computers share files?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Let’s find out in 5 minutes!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71600"/>
            <a:ext cx="2743200" cy="27432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7000" b="1"/>
            </a:pPr>
            <a:r>
              <a:t>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Ever had this happen?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You can’t log in at school.</a:t>
            </a:r>
          </a:p>
          <a:p>
            <a:pPr>
              <a:defRPr sz="2400"/>
            </a:pPr>
            <a:r>
              <a:t>AirDrop works, but WiFi doesn’t.</a:t>
            </a:r>
          </a:p>
          <a:p>
            <a:pPr>
              <a:defRPr sz="2400"/>
            </a:pPr>
            <a:r>
              <a:t>Why is that?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71600"/>
            <a:ext cx="2743200" cy="27432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7000" b="1"/>
            </a:pPr>
            <a:r>
              <a:t>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Client-Server: School 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One big computer (server) in charge.</a:t>
            </a:r>
          </a:p>
          <a:p>
            <a:pPr>
              <a:defRPr sz="2400"/>
            </a:pPr>
            <a:r>
              <a:t>You ask, it gives access.</a:t>
            </a:r>
          </a:p>
          <a:p>
            <a:pPr>
              <a:defRPr sz="2400"/>
            </a:pPr>
            <a:r>
              <a:t>Secure, but if it fails—no one gets in!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71600"/>
            <a:ext cx="2743200" cy="27432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7000" b="1"/>
            </a:pPr>
            <a:r>
              <a:t>🖥️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Peer-to-Peer: Like AirDrop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No boss—everyone’s equal.</a:t>
            </a:r>
          </a:p>
          <a:p>
            <a:pPr>
              <a:defRPr sz="2400"/>
            </a:pPr>
            <a:r>
              <a:t>Share files directly.</a:t>
            </a:r>
          </a:p>
          <a:p>
            <a:pPr>
              <a:defRPr sz="2400"/>
            </a:pPr>
            <a:r>
              <a:t>Fast, but less secure.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71600"/>
            <a:ext cx="2743200" cy="27432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7000" b="1"/>
            </a:pPr>
            <a:r>
              <a:t>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Which is which?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1. School login?</a:t>
            </a:r>
          </a:p>
          <a:p>
            <a:pPr>
              <a:defRPr sz="2400"/>
            </a:pPr>
            <a:r>
              <a:t>2. AirDrop?</a:t>
            </a:r>
          </a:p>
          <a:p>
            <a:pPr>
              <a:defRPr sz="2400"/>
            </a:pPr>
            <a:r>
              <a:t>3. Minecraft LAN?</a:t>
            </a:r>
          </a:p>
          <a:p>
            <a:pPr>
              <a:defRPr sz="2400"/>
            </a:pPr>
            <a:r>
              <a:t>Hold up 1 or 2 fingers!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71600"/>
            <a:ext cx="2743200" cy="27432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7000" b="1"/>
            </a:pPr>
            <a:r>
              <a:t>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Why care?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Pick the right network for the job.</a:t>
            </a:r>
          </a:p>
          <a:p>
            <a:pPr>
              <a:defRPr sz="2400"/>
            </a:pPr>
            <a:r>
              <a:t>Stay safe online.</a:t>
            </a:r>
          </a:p>
          <a:p>
            <a:pPr>
              <a:defRPr sz="2400"/>
            </a:pPr>
            <a:r>
              <a:t>You’re the next IT expert!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71600"/>
            <a:ext cx="2743200" cy="27432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7000" b="1"/>
            </a:pPr>
            <a:r>
              <a:t>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